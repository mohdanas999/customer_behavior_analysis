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anit Bold"/>
      <p:regular r:id="rId201314"/>
    </p:embeddedFont>
    <p:embeddedFont>
      <p:font typeface="Kanit Black"/>
      <p:regular r:id="rId201315"/>
    </p:embeddedFont>
    <p:embeddedFont>
      <p:font typeface="Kanit Light"/>
      <p:regular r:id="rId201316"/>
    </p:embeddedFont>
    <p:embeddedFont>
      <p:font typeface="Kanit"/>
      <p:regular r:id="rId201317"/>
    </p:embeddedFont>
    <p:embeddedFont>
      <p:font typeface="Kanit SemiBold"/>
      <p:regular r:id="rId201318"/>
    </p:embeddedFont>
    <p:embeddedFont>
      <p:font typeface="Martel Sans Light"/>
      <p:regular r:id="rId201319"/>
    </p:embeddedFont>
    <p:embeddedFont>
      <p:font typeface="Martel Sans"/>
      <p:regular r:id="rId201320"/>
    </p:embeddedFont>
    <p:embeddedFont>
      <p:font typeface="Martel Sans SemiBold"/>
      <p:regular r:id="rId201321"/>
    </p:embeddedFont>
    <p:embeddedFont>
      <p:font typeface="Martel Sans Bold"/>
      <p:regular r:id="rId201322"/>
    </p:embeddedFont>
    <p:embeddedFont>
      <p:font typeface="Martel Sans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3,900 transactions · 18 features · Python · SQL · 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162" y="103981"/>
            <a:ext cx="4433181" cy="6649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2330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at a Glance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61475" y="1198364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3,900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61475" y="1802209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Rows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2080220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Transactional records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2545953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18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61475" y="314979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Columns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3427809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Features per record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475" y="3893542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37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61475" y="449738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77539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Review Rating only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1475" y="5241131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61475" y="5844977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1475" y="612298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Clothing, Accessories, Footwear, Outerwear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656979"/>
            <a:ext cx="2175019" cy="24180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871391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355677"/>
            <a:ext cx="16446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Age, Gender, Location, Subscription Status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656979"/>
            <a:ext cx="2175118" cy="2418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871391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Purchase Details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650952"/>
            <a:ext cx="164470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Item, Category, Amount, Season, Size, Color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656979"/>
            <a:ext cx="2175118" cy="2418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871391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Shopping Behavior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650952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Discount, Frequency, Review Rating, Shipping Type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 in Python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to MySQL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Engineer Features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Clean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&amp; Explore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Columns standardized to snake_case; promo_code_used dropped as redundant with discount_applied.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921" y="130671"/>
            <a:ext cx="4397662" cy="6596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8141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10 Business Questions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61475" y="1858070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2048" y="2038648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2048" y="2407146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By gender &amp; age group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1475" y="3016151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2048" y="3196729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Discounts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2048" y="3565227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High-spend discount users &amp; discount-dependent products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4174232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2048" y="435481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2048" y="4723309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Top 5 by rating · Top 3 per category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1475" y="5332313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048" y="5512891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Shipping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42048" y="5881390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Standard vs. Express spend comparison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Customer Segmentation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2551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Segmentation Logic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528020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Customers classified by purchase frequency and subscription status.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91235"/>
            <a:ext cx="5315512" cy="25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Repeat buyers with 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&gt;5 purchases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more likely to subscribe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Subscribers compared vs. non-subscribers on avg spend &amp; revenue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58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460004"/>
            <a:ext cx="3053877" cy="2462709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28717" y="1655366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685" y="1811238"/>
            <a:ext cx="255085" cy="2550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28717" y="24114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Category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428717" y="2820095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Clothing $104K · Accessories $74K · Footwear $36K · Outerwear $19K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476244" y="1460004"/>
            <a:ext cx="3053976" cy="2462709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71601" y="1655366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7569" y="1811238"/>
            <a:ext cx="255085" cy="2550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71601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Subscriptions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671601" y="2820095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73% No · 27% Yes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233360" y="4111724"/>
            <a:ext cx="6296860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28717" y="4307086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4685" y="4462959"/>
            <a:ext cx="255085" cy="2550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8717" y="506313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Payment Methods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5428717" y="547181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PayPal, Credit Card, Cash, Debit, Gift Card, Bank Transfer — evenly distributed (~16–17% each)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729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Key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98265"/>
            <a:ext cx="3544997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3.90K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661475" y="1773238"/>
            <a:ext cx="3544997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23250" y="1198265"/>
            <a:ext cx="3545096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89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4323250" y="1773238"/>
            <a:ext cx="35450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Purchase Frequency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23250" y="2036862"/>
            <a:ext cx="354509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Days between purchases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5124" y="1198265"/>
            <a:ext cx="3545096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3.75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7985124" y="1773238"/>
            <a:ext cx="354509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Review Rating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8081"/>
            <a:ext cx="5272253" cy="37950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4317" y="2416373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Distribution by Age Group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4317" y="2717304"/>
            <a:ext cx="527225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Young Adults lead with 1,028 customers; distribution is relatively balanced across all four age groups.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9600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Findings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4201" y="2275979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7608" y="227012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Payment Preference in clothing &amp; accessories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847608" y="2678807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Adults &amp; young adults prefer debit/credit cards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18–20% more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than older groups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201" y="3667522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47608" y="36616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Subscription Dependency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847608" y="407035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subscribers fully depend on discounts — review margins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4201" y="4756646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47608" y="475079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Purchase Frequency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847608" y="515947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Clothing &amp; accessories avg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90 days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target 80–85 days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81982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28653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Card-Based Marketing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37335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young adults &amp; adults with credit/debit card offers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681982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Reward repeat buyers &amp; subscribers to grow "Loyal" segment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681982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Promote New Arrivals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Launch campaigns every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6–8 weeks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hit 80–85 day frequency target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681982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Audit subscriber discount margins — 100% dependency risk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2026-09-07T17:31:42Z</dcterms:created>
  <dcterms:modified xsi:type="dcterms:W3CDTF">2026-09-07T17:31:42Z</dcterms:modified>
</cp:coreProperties>
</file>